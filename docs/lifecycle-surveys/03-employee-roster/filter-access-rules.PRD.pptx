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87E6"/>
          </a:solidFill>
          <a:ln w="12700">
            <a:solidFill>
              <a:srgbClr val="1B8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access rules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Experience  ·  Portal Permissions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which dashboard filters a person can use, using saved employee groups.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every dashboard they create or that is shared with them.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QuestionPro Employee Experience prototype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09728" cy="6016752"/>
          </a:xfrm>
          <a:prstGeom prst="rect">
            <a:avLst/>
          </a:prstGeom>
          <a:solidFill>
            <a:srgbClr val="1B87E6"/>
          </a:solidFill>
          <a:ln w="12700">
            <a:solidFill>
              <a:srgbClr val="1B8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everyone can use every dashboard and tab filter.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need to limit which filters a person can see and apply.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must be about the signed-in user, not a specific dashboard.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limit should apply on dashboards they create and dashboards shared with them.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09728" cy="6016752"/>
          </a:xfrm>
          <a:prstGeom prst="rect">
            <a:avLst/>
          </a:prstGeom>
          <a:solidFill>
            <a:srgbClr val="1B87E6"/>
          </a:solidFill>
          <a:ln w="12700">
            <a:solidFill>
              <a:srgbClr val="1B8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create named employee groups on Employee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 access rule maps those groups to allowed dashboard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employees only see those allowed filters on every dashboard they can open as a user.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nobody matches a rule, they keep all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admins are unrestricted.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09728" cy="6016752"/>
          </a:xfrm>
          <a:prstGeom prst="rect">
            <a:avLst/>
          </a:prstGeom>
          <a:solidFill>
            <a:srgbClr val="1B87E6"/>
          </a:solidFill>
          <a:ln w="12700">
            <a:solidFill>
              <a:srgbClr val="1B8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Configure: Manage Employee List → Portal → Permissions → Filter access rules.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catalog: Employees → Employee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Filters are the named people groups used by every filter group in a rule.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filter panel and tab filters honor the signed-in user’s allowed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anonymous share links are out of this rule set.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09728" cy="6016752"/>
          </a:xfrm>
          <a:prstGeom prst="rect">
            <a:avLst/>
          </a:prstGeom>
          <a:solidFill>
            <a:srgbClr val="1B87E6"/>
          </a:solidFill>
          <a:ln w="12700">
            <a:solidFill>
              <a:srgbClr val="1B8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5532120" cy="5212080"/>
          </a:xfrm>
          <a:prstGeom prst="roundRect">
            <a:avLst>
              <a:gd name="adj" fmla="val 140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115568"/>
            <a:ext cx="5532120" cy="5212080"/>
          </a:xfrm>
          <a:prstGeom prst="roundRect">
            <a:avLst>
              <a:gd name="adj" fmla="val 140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5074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 filter access rules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groups built only from saved Employee Filters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filters: Department, Location, Level, Tenure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when no employee groups exist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delete a rule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filter group’s saved employee filter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5074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Dashboard-specific filter rules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new employee filter inside the rule modal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rules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share-link filter limits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09728" cy="6016752"/>
          </a:xfrm>
          <a:prstGeom prst="rect">
            <a:avLst/>
          </a:prstGeom>
          <a:solidFill>
            <a:srgbClr val="1B87E6"/>
          </a:solidFill>
          <a:ln w="12700">
            <a:solidFill>
              <a:srgbClr val="1B8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No employee groups.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To add an access rule for dashboard filters, create an employee group first.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Go to Employee Filters — switches to Employees → Employee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rule is hidden until at least one saved employee filter exists.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filters exist but there are no rules yet, the table shows: No data to display.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09728" cy="6016752"/>
          </a:xfrm>
          <a:prstGeom prst="rect">
            <a:avLst/>
          </a:prstGeom>
          <a:solidFill>
            <a:srgbClr val="1B87E6"/>
          </a:solidFill>
          <a:ln w="12700">
            <a:solidFill>
              <a:srgbClr val="1B8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Rule name, then Filter groups.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filter group starts as Filter group 1.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saved filter from Employee Filters, then choose Allowed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filter group adds another group on the same rule.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pencil on a filter group opens the saved employee filter for editing.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is available when there is more than one filter group.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requires a name, a saved filter on every group, and at least one allowed filter per group.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09728" cy="6016752"/>
          </a:xfrm>
          <a:prstGeom prst="rect">
            <a:avLst/>
          </a:prstGeom>
          <a:solidFill>
            <a:srgbClr val="1B87E6"/>
          </a:solidFill>
          <a:ln w="12700">
            <a:solidFill>
              <a:srgbClr val="1B8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signed-in employee is tested against the saved filter’s conditions.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saved filter later changes, matching uses the current definition.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matching filter groups across all rules union their allowed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group: the user keeps every dashboard filter.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(not impersonating) is unrestricted.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allowed set applies on dashboards they create and dashboards shared with them.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09728" cy="6016752"/>
          </a:xfrm>
          <a:prstGeom prst="rect">
            <a:avLst/>
          </a:prstGeom>
          <a:solidFill>
            <a:srgbClr val="1B87E6"/>
          </a:solidFill>
          <a:ln w="12700">
            <a:solidFill>
              <a:srgbClr val="1B8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columns: #, Rule name, Filter groups, actions.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groups show the saved filter name and the allowed dashboard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rule name or the edit pencil to open Edit rule.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removes the rule after confirmation.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Import action on Filter access rules.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09728" cy="6016752"/>
          </a:xfrm>
          <a:prstGeom prst="rect">
            <a:avLst/>
          </a:prstGeom>
          <a:solidFill>
            <a:srgbClr val="1B87E6"/>
          </a:solidFill>
          <a:ln w="12700">
            <a:solidFill>
              <a:srgbClr val="1B8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11155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saved Employee Filters, the card shows the empty state and hides + Add rule.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Employee Filters lands on Employees → Employee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saved filter exists, + Add rule opens a form with Filter group 1.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rule limits dashboard and tab filters for matching users on every user dashboard.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users still see all filters. HR admins see all filters.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delete work on the rule. Edit on a filter group updates the saved employee filter.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Filter access rules PRD</dc:title>
  <dc:subject>Portal Permissions — Filter access rules</dc:subject>
  <dc:creator>QuestionPro Employee Experience</dc:creator>
  <cp:lastModifiedBy>QuestionPro Employee Experience</cp:lastModifiedBy>
  <cp:revision>1</cp:revision>
  <dcterms:created xsi:type="dcterms:W3CDTF">2026-09-16T07:59:39Z</dcterms:created>
  <dcterms:modified xsi:type="dcterms:W3CDTF">2026-09-16T07:59:39Z</dcterms:modified>
</cp:coreProperties>
</file>